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2"/>
    <p:restoredTop sz="96327"/>
  </p:normalViewPr>
  <p:slideViewPr>
    <p:cSldViewPr snapToGrid="0">
      <p:cViewPr varScale="1">
        <p:scale>
          <a:sx n="121" d="100"/>
          <a:sy n="121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5/21/24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5/21/24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5/21/24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5B3E-48EE-43D7-0B6A-E07847EE34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O" dirty="0"/>
              <a:t>Seminario Informatica Big Data / DevOps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F85297-DC52-D6E2-195E-96F96DFD80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DO" dirty="0"/>
              <a:t>Francisco Genao</a:t>
            </a:r>
          </a:p>
        </p:txBody>
      </p:sp>
    </p:spTree>
    <p:extLst>
      <p:ext uri="{BB962C8B-B14F-4D97-AF65-F5344CB8AC3E}">
        <p14:creationId xmlns:p14="http://schemas.microsoft.com/office/powerpoint/2010/main" val="4201616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9865D-69E2-8128-8257-6CAFBB443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O" dirty="0"/>
              <a:t>Contenido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2E7FC-10CD-1193-D8F5-3F09BFA8C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40479"/>
            <a:ext cx="8596668" cy="2537535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effectLst/>
                <a:latin typeface="Helvetica" pitchFamily="2" charset="0"/>
              </a:rPr>
              <a:t>Presentación.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Helvetica" pitchFamily="2" charset="0"/>
              </a:rPr>
              <a:t>Objetivo de la asignatura.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Helvetica" pitchFamily="2" charset="0"/>
              </a:rPr>
              <a:t>Habilidades al adquirir al finalizarla asignatura.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Helvetica" pitchFamily="2" charset="0"/>
              </a:rPr>
              <a:t>Herramientas de trabajo.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Helvetica" pitchFamily="2" charset="0"/>
              </a:rPr>
              <a:t>Metodología de la clase.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Helvetica" pitchFamily="2" charset="0"/>
              </a:rPr>
              <a:t>Forma de evaluación.</a:t>
            </a:r>
          </a:p>
          <a:p>
            <a:endParaRPr lang="en-DO" dirty="0"/>
          </a:p>
        </p:txBody>
      </p:sp>
      <p:pic>
        <p:nvPicPr>
          <p:cNvPr id="5" name="Picture 4" descr="A green and white logo&#10;&#10;Description automatically generated">
            <a:extLst>
              <a:ext uri="{FF2B5EF4-FFF2-40B4-BE49-F238E27FC236}">
                <a16:creationId xmlns:a16="http://schemas.microsoft.com/office/drawing/2014/main" id="{53E54290-1A2A-725F-5D43-0C57B3ACB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814" y="4598371"/>
            <a:ext cx="1739900" cy="1739900"/>
          </a:xfrm>
          <a:prstGeom prst="rect">
            <a:avLst/>
          </a:prstGeom>
        </p:spPr>
      </p:pic>
      <p:pic>
        <p:nvPicPr>
          <p:cNvPr id="7" name="Picture 6" descr="A yellow and green logo&#10;&#10;Description automatically generated">
            <a:extLst>
              <a:ext uri="{FF2B5EF4-FFF2-40B4-BE49-F238E27FC236}">
                <a16:creationId xmlns:a16="http://schemas.microsoft.com/office/drawing/2014/main" id="{31889139-E03E-EE04-EBD2-DB0D82D74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258" y="4087699"/>
            <a:ext cx="4201483" cy="277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412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EBEA3-675A-4F0E-E8F6-F3C454156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Helvetica" pitchFamily="2" charset="0"/>
              </a:rPr>
              <a:t>OBJETIVO ASIGNATURA</a:t>
            </a:r>
            <a:b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Helvetica" pitchFamily="2" charset="0"/>
              </a:rPr>
            </a:br>
            <a:endParaRPr lang="en-DO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76124-083E-FFFC-8E80-CF2E7AD01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2010"/>
            <a:ext cx="8596668" cy="203303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Esta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asignatura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tiene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como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objetivo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: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Preparar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los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estudiantes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con las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capacidades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y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habilidades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necesarias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para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Diseñar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desarrollar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e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implementar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soluciones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de Big Data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utilizando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la suite de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microsoft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para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el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manejo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datos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.</a:t>
            </a:r>
          </a:p>
          <a:p>
            <a:endParaRPr lang="en-DO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7E78A8-9CE5-8AFD-8533-E65EF3378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007" y="3424089"/>
            <a:ext cx="1146620" cy="11466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2E0218-96BA-64E9-4BE3-17C441C95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57" y="3182309"/>
            <a:ext cx="4201482" cy="2770300"/>
          </a:xfrm>
          <a:prstGeom prst="rect">
            <a:avLst/>
          </a:prstGeom>
        </p:spPr>
      </p:pic>
      <p:pic>
        <p:nvPicPr>
          <p:cNvPr id="8" name="Picture 7" descr="A green and white logo&#10;&#10;Description automatically generated">
            <a:extLst>
              <a:ext uri="{FF2B5EF4-FFF2-40B4-BE49-F238E27FC236}">
                <a16:creationId xmlns:a16="http://schemas.microsoft.com/office/drawing/2014/main" id="{21805DC1-A148-48F9-64C3-250CD9737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959" y="3697509"/>
            <a:ext cx="1739900" cy="173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755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7F1C6-4364-06BE-40C9-846F0A628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Helvetica" pitchFamily="2" charset="0"/>
              </a:rPr>
              <a:t>AL FINALIZAR USTED PODRA</a:t>
            </a:r>
            <a:b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Helvetica" pitchFamily="2" charset="0"/>
              </a:rPr>
            </a:br>
            <a:endParaRPr lang="en-DO" sz="3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AD02E-46AB-429A-2F4B-6BCEF8AEA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8596668" cy="2316818"/>
          </a:xfrm>
        </p:spPr>
        <p:txBody>
          <a:bodyPr/>
          <a:lstStyle/>
          <a:p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Aprenderá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los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conceptos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generales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de BIG Data.</a:t>
            </a:r>
          </a:p>
          <a:p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Diseñar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un Data Warehouse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en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premisa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y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en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nube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(Azure).</a:t>
            </a:r>
          </a:p>
          <a:p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Crear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soluciones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de ETL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utilizando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SSIS.</a:t>
            </a:r>
          </a:p>
          <a:p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Crear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soluciones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de ETL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utilizando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Azure Data Factory.</a:t>
            </a:r>
          </a:p>
          <a:p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Constructir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reportes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utilizando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SSRS y Power BI.</a:t>
            </a:r>
          </a:p>
          <a:p>
            <a:endParaRPr lang="en-DO" dirty="0"/>
          </a:p>
        </p:txBody>
      </p:sp>
    </p:spTree>
    <p:extLst>
      <p:ext uri="{BB962C8B-B14F-4D97-AF65-F5344CB8AC3E}">
        <p14:creationId xmlns:p14="http://schemas.microsoft.com/office/powerpoint/2010/main" val="53972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167E-D83D-6ACC-8D7A-E6C9A308A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Helvetica" pitchFamily="2" charset="0"/>
              </a:rPr>
              <a:t>HERRAMIENTAS PARA EL DESARROLLO DEL PROYECTO</a:t>
            </a:r>
            <a:b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Helvetica" pitchFamily="2" charset="0"/>
              </a:rPr>
            </a:br>
            <a:endParaRPr lang="en-DO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A4295-A04C-DBF9-4266-98061B43F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61196"/>
            <a:ext cx="8596668" cy="388077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Durante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el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desarrollo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de la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asignatura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estaremos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utilizando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las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siguientes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herramientas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:</a:t>
            </a:r>
          </a:p>
          <a:p>
            <a:pPr marL="0" indent="0">
              <a:buNone/>
            </a:pPr>
            <a:endParaRPr lang="en-DO" dirty="0"/>
          </a:p>
        </p:txBody>
      </p:sp>
      <p:pic>
        <p:nvPicPr>
          <p:cNvPr id="5" name="Picture 4" descr="A group of logos on a white background&#10;&#10;Description automatically generated">
            <a:extLst>
              <a:ext uri="{FF2B5EF4-FFF2-40B4-BE49-F238E27FC236}">
                <a16:creationId xmlns:a16="http://schemas.microsoft.com/office/drawing/2014/main" id="{5E3EE926-D3B6-1BEA-1415-F69773388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071" y="2413890"/>
            <a:ext cx="7772400" cy="420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302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340A3-4E19-8545-5E4D-6744964F4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Helvetica" pitchFamily="2" charset="0"/>
              </a:rPr>
              <a:t>METODOLOGIA DE CLASE</a:t>
            </a:r>
            <a:b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Helvetica" pitchFamily="2" charset="0"/>
              </a:rPr>
            </a:br>
            <a:endParaRPr lang="en-DO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59395-5E72-B4EE-A793-37B2A9B28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2313"/>
            <a:ext cx="8596668" cy="185436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La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metodología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clase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que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vamos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utilizar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es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teorica-práctica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, primero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estaremos</a:t>
            </a:r>
            <a:r>
              <a:rPr lang="en-US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compartiendo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los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conceptos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correspondientes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cada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uno de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los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temas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y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luego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vamos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ver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como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ponemos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en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práctica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en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un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proyecto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de la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vida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real. Este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proyecto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lo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estaremos</a:t>
            </a:r>
            <a:r>
              <a:rPr lang="en-US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desarrollando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durante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el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desarrollo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de la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asignatura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.</a:t>
            </a:r>
          </a:p>
          <a:p>
            <a:endParaRPr lang="en-DO" dirty="0"/>
          </a:p>
        </p:txBody>
      </p:sp>
      <p:pic>
        <p:nvPicPr>
          <p:cNvPr id="5" name="Picture 4" descr="A diagram of learning by doing&#10;&#10;Description automatically generated">
            <a:extLst>
              <a:ext uri="{FF2B5EF4-FFF2-40B4-BE49-F238E27FC236}">
                <a16:creationId xmlns:a16="http://schemas.microsoft.com/office/drawing/2014/main" id="{A432BD36-B892-A55F-5DEE-02157EF6F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918" y="2965451"/>
            <a:ext cx="43815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020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DA3CE-EC9F-E14C-28AD-B8E231426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Helvetica" pitchFamily="2" charset="0"/>
              </a:rPr>
              <a:t>CONFORMACION DE EQUIPOS DE TRABAJO</a:t>
            </a:r>
            <a:b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Helvetica" pitchFamily="2" charset="0"/>
              </a:rPr>
            </a:br>
            <a:endParaRPr lang="en-DO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87EF5-A16B-C1C8-D83C-3DDAB0E8B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8351052" cy="117119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Hoy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en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día lo que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buscan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las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empresas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el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trabajo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en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equipo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en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ese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sentido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estarán</a:t>
            </a:r>
            <a:r>
              <a:rPr lang="en-US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conformando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equipos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trabajos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para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el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desarrollo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del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proyecto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desarrollar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.</a:t>
            </a:r>
          </a:p>
          <a:p>
            <a:endParaRPr lang="en-DO" dirty="0"/>
          </a:p>
        </p:txBody>
      </p:sp>
      <p:pic>
        <p:nvPicPr>
          <p:cNvPr id="5" name="Picture 4" descr="A group of people sitting at a table with a light bulb above them&#10;&#10;Description automatically generated">
            <a:extLst>
              <a:ext uri="{FF2B5EF4-FFF2-40B4-BE49-F238E27FC236}">
                <a16:creationId xmlns:a16="http://schemas.microsoft.com/office/drawing/2014/main" id="{917E19CD-B12C-F698-5D1A-9F8CED17C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522" y="3209059"/>
            <a:ext cx="5451187" cy="327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861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DCAA9-792E-17C1-CF85-628EAD564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Helvetica" pitchFamily="2" charset="0"/>
              </a:rPr>
              <a:t>FORMA DE EVALUACION</a:t>
            </a:r>
            <a:b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Helvetica" pitchFamily="2" charset="0"/>
              </a:rPr>
            </a:br>
            <a:endParaRPr lang="en-DO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88D3F-3CB4-7E64-B0C5-215776A4B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La forma de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evaluación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va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a ser la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siguiente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: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Helvetica" pitchFamily="2" charset="0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0" indent="0">
              <a:buNone/>
            </a:pPr>
            <a:endParaRPr lang="en-DO" dirty="0"/>
          </a:p>
        </p:txBody>
      </p:sp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80B88EE6-9420-9357-FE07-C171C2B18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122" y="2049438"/>
            <a:ext cx="5512446" cy="408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78648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</TotalTime>
  <Words>251</Words>
  <Application>Microsoft Macintosh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Helvetica</vt:lpstr>
      <vt:lpstr>Trebuchet MS</vt:lpstr>
      <vt:lpstr>Wingdings 3</vt:lpstr>
      <vt:lpstr>Facet</vt:lpstr>
      <vt:lpstr>Seminario Informatica Big Data / DevOps</vt:lpstr>
      <vt:lpstr>Contenido</vt:lpstr>
      <vt:lpstr>OBJETIVO ASIGNATURA </vt:lpstr>
      <vt:lpstr>AL FINALIZAR USTED PODRA </vt:lpstr>
      <vt:lpstr>HERRAMIENTAS PARA EL DESARROLLO DEL PROYECTO </vt:lpstr>
      <vt:lpstr>METODOLOGIA DE CLASE </vt:lpstr>
      <vt:lpstr>CONFORMACION DE EQUIPOS DE TRABAJO </vt:lpstr>
      <vt:lpstr>FORMA DE EVALUACION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Seminario Informatica Big Data / DevOps</dc:title>
  <dc:creator>Francisco Genao</dc:creator>
  <cp:lastModifiedBy>Francisco Genao</cp:lastModifiedBy>
  <cp:revision>1</cp:revision>
  <dcterms:created xsi:type="dcterms:W3CDTF">2024-05-21T13:59:59Z</dcterms:created>
  <dcterms:modified xsi:type="dcterms:W3CDTF">2024-05-21T14:25:03Z</dcterms:modified>
</cp:coreProperties>
</file>